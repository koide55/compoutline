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49377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この90分で、この1つの問いに答えを出す。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84708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の型番も、通信規格の数字も、数年で入れ替わる。追いかけても意味が薄い。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3454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454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769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情報と計算量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第3–4回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3202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202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第5–6回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517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8076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第7–8回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5391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42950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2950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第9–10回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0265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77824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第11–12回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5139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2698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2698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20013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42519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計算機は1940年代から性能で1兆倍近く変わった。しかし「何をする機械か」という定義は、1936年にアラン・チューリングが書いた論文からほとんど変わっていない。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85800" y="4937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18836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89864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98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352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77240" y="395020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50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9867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77240" y="500176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503834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379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21671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8379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1671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92440" y="16916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8379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1671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30632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2095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6968" y="35387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30632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32095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0288" y="35387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89120" y="4434840"/>
            <a:ext cx="708660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17720" y="45720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617720" y="49560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実行する人の判断が入る余地があってはならない。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12064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2084832"/>
            <a:ext cx="468172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92024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72200" y="3703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172200" y="40690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素因数分解して共通因数を探す方法だと、はるかに手間がかかる。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そして大きな数では現実的な時間で終わらない ——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この事実は第12回の公開鍵暗号で効いてくる。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pic>
        <p:nvPicPr>
          <p:cNvPr id="4" name="Image 0" descr="/Users/koide/Documents/Playground/CompOutline/slides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463040"/>
            <a:ext cx="7863840" cy="3483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166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754880" cy="2286000"/>
          </a:xfrm>
          <a:prstGeom prst="roundRect">
            <a:avLst>
              <a:gd name="adj" fmla="val 16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1947672"/>
            <a:ext cx="431596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52160" y="14630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0" y="181051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22 → 11 → 34 → 17 → 52 → 26 → 13 → 40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 → 10 → 5 → 16 → 8 → 4 → 2 →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5623560" cy="1005840"/>
          </a:xfrm>
          <a:prstGeom prst="roundRect">
            <a:avLst>
              <a:gd name="adj" fmla="val 545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53328" y="331012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で終わるかは、未解決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53328" y="36941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1937年に提起されて以来、2026年現在も証明されていない。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4572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「計算できる」を「アルゴリズムがある」で定義すると、今度は「機械的に実行できる」という曖昧な言葉が残る。堂々巡りになる。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40280"/>
            <a:ext cx="10789920" cy="868680"/>
          </a:xfrm>
          <a:prstGeom prst="roundRect">
            <a:avLst>
              <a:gd name="adj" fmla="val 631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それを極限まで単純化した機械を作れば、その機械ができることが「計算」である。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18211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アラン・チューリング（1912–1954）が1936年にとった方針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56432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27064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8232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97696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8864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98864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pic>
        <p:nvPicPr>
          <p:cNvPr id="4" name="Image 0" descr="/Users/koide/Documents/Playground/CompOutline/slides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417320"/>
            <a:ext cx="8778240" cy="4142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4447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6596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72200" y="1847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で追いかける（下線がヘッド位置）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9456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4224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85800" y="4663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pic>
        <p:nvPicPr>
          <p:cNvPr id="4" name="Image 0" descr="/Users/koide/Documents/Playground/CompOutline/slides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554480"/>
            <a:ext cx="6400800" cy="2862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800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10789920" cy="640080"/>
          </a:xfrm>
          <a:prstGeom prst="roundRect">
            <a:avLst>
              <a:gd name="adj" fmla="val 8571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14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89320" y="34655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3337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3995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89320" y="412394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812280" y="3995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4654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89320" y="4782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812280" y="46542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現在の計算機の基本設計（第3回のノイマン型）の原型が、ここにある。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978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1936年、まだ電子計算機が1台も存在しない時点での話である。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20240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4434840"/>
            <a:ext cx="10789920" cy="731520"/>
          </a:xfrm>
          <a:prstGeom prst="roundRect">
            <a:avLst>
              <a:gd name="adj" fmla="val 75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9028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349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使う言語やハードウェアを変えても、計算できる問題の範囲は広がらない。GPU を1万個並べても同じ。量子計算機も範囲は同じで、一部を速く解けるだけである。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これを判定する halts(P, x) は存在しない。証明は短い。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0" cy="1691640"/>
          </a:xfrm>
          <a:prstGeom prst="roundRect">
            <a:avLst>
              <a:gd name="adj" fmla="val 216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5256" y="2450592"/>
            <a:ext cx="1035100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1605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trouble(trouble) を考える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4526280"/>
            <a:ext cx="5257800" cy="960120"/>
          </a:xfrm>
          <a:prstGeom prst="roundRect">
            <a:avLst>
              <a:gd name="adj" fmla="val 571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4672584"/>
            <a:ext cx="4855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86968" y="5001768"/>
            <a:ext cx="4855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halts は真を返す → trouble は無限ループに入る → 停止しない。矛盾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4526280"/>
            <a:ext cx="5257800" cy="960120"/>
          </a:xfrm>
          <a:prstGeom prst="roundRect">
            <a:avLst>
              <a:gd name="adj" fmla="val 571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4672584"/>
            <a:ext cx="4855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19088" y="5001768"/>
            <a:ext cx="4855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halts は偽を返す → trouble はすぐ return する → 停止する。矛盾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pic>
        <p:nvPicPr>
          <p:cNvPr id="4" name="Image 0" descr="/Users/koide/Documents/Playground/CompOutline/slides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1325880"/>
            <a:ext cx="5440680" cy="34930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の振る舞い。どの行とも1マス以上食い違うため、表のどこにも存在しえない。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" y="5394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2つのプログラムが同じ関数を計算するか（プログラムの同値性）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あるプログラムが特定のバグ（ゼロ除算、メモリ破壊）を起こしうるか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あるプログラムがウイルスとして振る舞うか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246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だからコンパイラの警告は見逃すし、ウイルス対策ソフトは完璧にならないし、テストはバグの不在を証明できない。技術が未熟だからではなく、原理的にそうである。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現場ではこの限界を、こう迂回する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43434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448970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4818888"/>
            <a:ext cx="30723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43434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448970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4818888"/>
            <a:ext cx="30723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43434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448970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93608" y="4818888"/>
            <a:ext cx="30723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916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783080" y="167335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770632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7063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83080" y="275234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849624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83080" y="383133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928616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928616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4910328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06240" y="142646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06240" y="229514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316382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403250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937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490118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2026-08-09T12:48:59Z</dcterms:created>
  <dcterms:modified xsi:type="dcterms:W3CDTF">2026-08-09T12:48:59Z</dcterms:modified>
</cp:coreProperties>
</file>