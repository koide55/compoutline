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この講義の進め方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 × 全13回。各回はこの型で進む。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前回の復習と、今回の問い —— この90分で答えを出す1つの問い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3ブロック。各ブロックに図と、手を動かす例を置く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まとめと次回予告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演習には、手を動かして数値を出す問題を必ず1問入れてある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計算機科学は「桁の感覚」が身につかないと理解が定着しない。答えを覚えるのではなく、桁を見積もれるようになってほしい。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［要記入：演習を提出させるか、自習用か］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理解度確認（AI対話）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各回の終わりに、AI と対話して理解度を確かめる。各回10問、所要15〜25分。対話ログと所見が記録され、教員が見る。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は点数をつけない。成績は教員が判断する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がすること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対話の記録と前処理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教員がすること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成績の判断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224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理由は第13回で扱う。LLM の評価には再現性・公平性・説明責任の問題があり、不利益処分の根拠にはできない。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借り物の答えは通りにくい。質問は、この講義で実際に扱った例を前提に作ってある。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［要記入：URL・締切］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個人情報の取扱い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理解度確認で記録するものと、その扱い。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863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扱い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記録するもの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学籍番号・氏名・対話ログ・所見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どこで動くか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研究室の計算機。外部の AI サービスには送らない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誰が見るか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保存期間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目的外の利用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［要記入：研究利用の有無］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入力した内容が学外のサービスに送られることはない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成績評価と事務連絡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成績評価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［要記入：理解度確認・期末試験・レポートなどの比率］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教科書・参考書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871216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0837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質問の受け方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355848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［要記入：オフィスアワー、メールなど］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871216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0837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出席の扱い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355848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［要記入：自己紹介をどこで何分取るか］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量子計算機は範囲を変えない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ことを、速さの話と区別して説明できる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決定不能性は生成AIにも及ぶ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第1〜2回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8751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3343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9647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99647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99647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第3〜4回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6294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3820886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7190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67190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67190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第5〜6回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23837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429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4733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4733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4733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第7〜8回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91379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6" name="Shape 24"/>
          <p:cNvSpPr/>
          <p:nvPr/>
        </p:nvSpPr>
        <p:spPr>
          <a:xfrm>
            <a:off x="6955971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2275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02275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02275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第9〜10回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58922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523514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69818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69818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69818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第11〜12回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926465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91057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37361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37361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37361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4381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ENIAC(1946) は毎秒およそ5千回の加算をした。いまのノートPCは毎秒数兆回の浮動小数点演算をする。約10億倍である。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しかし「何をする機械か」という定義は、1936年にアラン・チューリングが書いた論文からほとんど変わっていない。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なぜ、AI がコードを書く時代に原理を学ぶのか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「コードは生成AIが書いてくれる。原理を学ぶ意味はあるのか」—— 書いてくれる。しかし書かれたものを評価するのは人間である。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そのコードは正しいか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AIが書いたコードを読めない人は、AIが間違えたことに気づけない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なぜ遅いのか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どこを直せば速くなるのか。どの階層で詰まっているのか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なぜ壊れたのか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それはどの層で起きたことなのか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941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しかも、機械には原理的にできないことがある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「このプログラムは正しいか」を機械が完全に判定することは、今日の後半で見るとおり原理的に不可能である。だから最後は人間が判断するしかない。技術の進歩で解消される問題ではない。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この講義が作るのは、AIと張り合う技能ではなく、AIの出力を評価できる目である。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14400" y="42062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5171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料理のレシピにある「塩少々」は、アルゴリズムの条件を満たさない。実行する人の判断が入る余地があってはならない。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a=1071, b=462 で追いかける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8875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6027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84432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→ 22 → 11 → 34 → 17 → 52 → 26 → 13 → 40 → 20 → 10 → 5 → 16 → 8 → 4 → 2 →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「計算できる」を「アルゴリズムがある」で定義すると、「機械的に実行できる」という曖昧な言葉が残る。堂々巡りである。しかも1928年にヒルベルトが提起した決定問題 ——「数学の命題が証明可能かを機械的に判定できるか」—— に答えるには、これを片づける必要があった。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12394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チューリングが1936年にとった方針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5628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人間が紙と鉛筆で計算しているとき、その人は実際には何をしているのか。それを極限まで単純化した機械を作れば、その機械ができることが「計算」である。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0840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578" y="1371600"/>
            <a:ext cx="872836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で追いかける（[ ] がヘッド位置）</a:t>
            </a:r>
            <a:endParaRPr lang="en-US" sz="15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9188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9162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設計の手順：状態とは「覚えていられること」である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チューリングマシンには変数がない。記憶できる場所はテープと状態しかなく、しかも状態は有限個しかない。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何を覚えるか決める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その種類の数が、そのまま状態の数になる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各状態の動作を書く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記号を読んだときに、何を書き・どちらへ動き・次はどの状態か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いつ止まるかを決める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停止状態に入る条件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21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覚えることが何もなければ状態は1つでよい（例：0 を全部 1 に書き換えて、空白で止まる機械）。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の個数が偶数か奇数か」を判定するには状態が2つ要る。個数そのものは覚えられないが、偶奇なら2つで足りる。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覚えることの数が、状態の数を決める。これが設計のほとんど唯一のコツである（演習1-2）。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第3回のノイマン型の原型が、ここにある。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でできて C でできないことはないし、GPU を1万個並べても同じである。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量子計算機は、この話を変えるか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量子チューリングマシンは、通常のチューリングマシンと同じ範囲の関数を計算することが示されている。チャーチ＝チューリングのテーゼは、いまのところ破られていない。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変わるのは「何が計算できるか」ではなく、「どれだけ速く計算できるか」である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計算の速さ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解けないまま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(1994) は素因数分解を多項式時間で解く。古典計算機では効率的な方法が知られていない。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Grover (1996) はしらみつぶし探索を √n 回に減らす。速さをどう測るかは第2回で扱う。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現在の公開鍵暗号は、素因数分解が効率的に解けないことに安全性を託している（第12回）。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を入力して実行すると、いつか停止するか」を判定せよ。これを判定する halts(P, x) は存在しない。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1078992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31136"/>
            <a:ext cx="10387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0050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　halts は真を返す → trouble は無限ループに入る → 停止しない。矛盾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　halts は偽を返す → trouble はすぐ return する → 停止する。矛盾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ライスの定理：プログラムの入出力の振る舞いに関する自明でない性質は、すべて決定不能である。だからコンパイラの警告は見逃すし、テストはバグの不在を証明できない。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技術が未熟だからではなく、原理的にそうである。現場ではこの限界を、こう迂回する。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では、生成AI は停止問題を解いているのか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「このプログラムは停止しますか」と生成AIに聞けば答えが返る。静的解析ツールも「ここでヌル参照が起きうる」と教えてくれる。これは停止問題を解いたことにならないのか。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答えは返ってくる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学習した大量のコードから「この形のループはたいてい止まる」と見当をつけている。当たることは多い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しかし保証がない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間違っていても「分かりません」とは言わない（第13回）。どんな入力に対しても正しい、という保証がどこにもない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8770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ライスの定理は、どんな方法をとってもその保証は得られないと述べている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学習データを増やしても、モデルを大きくしても、この壁は動かない。生成AIも静的解析も、迂回策の1つ目「近似する」をやっているにすぎない。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機械が答えを出せることと、その答えを信用してよいことは、違う。第13回で同じ問いをもう一度扱う。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「このプログラムは停止しますか」と生成AIに尋ねると答えが返ってくる。これは停止問題が解けたことを意味するか。理由とともに答えよ。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範囲は変えない。変えるのは速さで、その帰結が第12回の公開鍵暗号に効く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生成AIとの関係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AIも静的解析も、この限界を「近似」で迂回しているにすぎない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2026-09-21T08:20:05Z</dcterms:created>
  <dcterms:modified xsi:type="dcterms:W3CDTF">2026-09-21T08:20:05Z</dcterms:modified>
</cp:coreProperties>
</file>