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対角線をすべて反転させたものが trouble の振る舞い。どの行とも1マス以上食い違う。</a:t>
            </a:r>
            <a:endParaRPr lang="en-US" sz="1500" dirty="0"/>
          </a:p>
        </p:txBody>
      </p:sp>
      <p:sp>
        <p:nvSpPr>
          <p:cNvPr id="7" name="Text 4"/>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2026-09-22T01:05:01Z</dcterms:created>
  <dcterms:modified xsi:type="dcterms:W3CDTF">2026-09-22T01:05:01Z</dcterms:modified>
</cp:coreProperties>
</file>