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1523" y="2139696"/>
            <a:ext cx="5418473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が関与するのは、最初の指示と最後の通知だけになる。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139696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624328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139696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624328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139696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2768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624328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6210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7490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0599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境界が上がるほど、任せる範囲が広い。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