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が何を検索しているか説明し、RAG との関係を述べられる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959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422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388" y="2084832"/>
            <a:ext cx="5952744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「意味が近いか」で探す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ここまでの検索は「値が一致するか」だった。しかし「この文書と似た内容の文書を探せ」は WHERE でも LIKE でも書けない。言い回しが違えば文字は一致しない。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文章や画像を高次元のベクトルに変換し、もっとも近いベクトルを探す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従来の検索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値が一致するか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意味が近いか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学習済みモデルが「意味の近いものが近い位置に来る」ようにベクトル（埋め込み）を作る。検索は最近傍探索になる。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B木は「大小の順序」で絞る構造だったが、ベクトルには自然な全順序がないので別の索引（HNSW などのグラフ）が要る。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高次元では厳密な最近傍は全件走査に近づくので、近似最近傍探索を使う。第2回の「厳密解を諦めて近似に向かう」がここでも現れている。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は、この上に立っている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第13回で扱う RAG（検索拡張生成）は、ベクトル検索とLLMの組み合わせである。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社内文書などを、あらかじめ全部ベクトルにして保存しておく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質問もベクトルにして、近いベクトルの文書を取り出す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答えさせる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その文書を文脈に入れて、LLM に答えさせる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712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モデルを学習し直さずに、最新のデータや社内の文書に基づいた回答をさせられる。これが実務で RAG が重視される理由である。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「データベースの話」が「生成AIの話」に直結する場所である。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注文の表（主キーは 注文番号＋商品名。データは講義ノート参照）について、更新異常・挿入異常・削除異常の例を1つずつ挙げよ。また第3正規形に分割し、各表の主キーと外部キーを示せ。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「この文書と似た内容の文書を探せ」が WHERE や LIKE では書けないのはなぜか。ベクトル検索がそれをどう解くか説明せよ。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値の一致ではなく意味の近さで探す。第13回の RAG はこの上に立つ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2026-09-22T02:24:24Z</dcterms:created>
  <dcterms:modified xsi:type="dcterms:W3CDTF">2026-09-22T02:24:24Z</dcterms:modified>
</cp:coreProperties>
</file>