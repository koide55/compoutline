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データベースとデータ処理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壊れずに、矛盾なくデータを溜めるにはどうするか。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データを溜めるにはどうするか。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ファイルによる管理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と比べたデータベースの利点を説明できる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の用語を使い、正規化の必要性を説明できる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の基本的な問い合わせを読み書きできる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を説明し、それぞれが何を防ぐか述べられる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と CAP 定理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の意味を説明できる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なぜデータベースが要るのか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ファイルで管理すると、どこで行き詰まるか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ファイルで管理すると、こうなる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学生名簿を CSV ファイルで管理してみる。規模が大きくなると、次の問題が現れる。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「山田／工学部」が何度も繰り返される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更新の異常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学部が変わったとき、全行を漏れなく直せるか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検索の遅さ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「情報基礎の受講者」を探すのに全行を読む（第2回の O(n)）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2人が同時に書くと壊れる（第7回の競合状態）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一貫性の破れ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書き込み途中で電源が落ちたら中途半端な状態が残る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権限の管理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ファイル単位でしか制御できない。「成績列だけ隠す」ができない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はこれらをまとめて解決する。とくに「どう探すか」を書かなくてよいことが大きい。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「どう探すか」を書かなくてよい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 には「何が欲しいか」だけを書き、取り方は DBMS が決める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インデックスを使うか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全走査するか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データ量が変わっても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プログラムを書き直さなくてよい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これも本講義に繰り返し現れる抽象化である。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どんな複雑なアプリケーションも、突き詰めれば CRUD（Create / Read / Update / Delete）の組み合わせにすぎない。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リレーショナルモデルと正規化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1つの事実は、1箇所にだけ書く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用語とキー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1970年に E.F. Codd が提案したリレーショナルモデルは、データを表の集まりとして表す。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39696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関係（リレーション）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表、テーブル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1つのまとまり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組（タプル）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行、レコード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1件のデータ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属性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列、カラム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行を一意に識別する。重複と空値を許さない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他の表の主キーを参照する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6285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709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外部キーがあれば、存在しない学生の成績を登録しようとしても DBMS が拒否する（参照整合性）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8581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氏名は同姓同名がありうるので主キーに使えない。学籍番号のような、一意性が保証される属性を選ぶ。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正規化の前と後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422" y="1371600"/>
            <a:ext cx="641267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1つの事実は、1箇所にだけ書く。こうすれば変更する場所も1箇所になり、矛盾が生じない。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正規化しないと起きる3つの異常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更新異常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山田の学部を変えるとき、複数行を漏れなく直さないと矛盾する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挿入異常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まだ誰も履修していない科目を登録できない（学生の行がないと入れられない）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削除異常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田中の履修を全部消すと、「情報基礎の担当は佐藤」という情報まで消える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あえて正規化を崩すこともある（非正規化）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正規化すると表が増え、問い合わせのたびに結合が必要になって遅くなる。読み出しが圧倒的に多い用途では意図的に冗長を持たせる。ただし整合性の責任がアプリケーション側に移る。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実務では第3正規形まで行うのが標準である。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宣言的に書く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射影・選択・結合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射影（列を絞る）と選択（行を絞る）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学籍番号, 氏名   -- 射影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学生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学部 = '工学部';  -- 選択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30098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正規化して分けた表を、再びつなげるのが結合（JOIN）である。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2011680"/>
          </a:xfrm>
          <a:prstGeom prst="roundRect">
            <a:avLst>
              <a:gd name="adj" fmla="val 1818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学生.氏名, 科目.科目名,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履修.成績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学生 ON 履修.学籍番号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学生.学籍番号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科目 ON 履修.科目コード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科目.科目コード;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内部結合は両方に一致する行だけ。左外部結合は左の表を全部残し、相手がなければ NULL。交差結合は全組み合わせ。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内部結合の仕組み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一致する相手がない行は、結果に現れない。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集計と、WHERE / HAVING の違い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 科目コード,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COUNT(*)  AS 受講者数,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AVG(成績) AS 平均点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  COUNT(*) &gt;= 3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平均点 DESC;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試験でよく問われる違い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は個々の行を、HAVING は集計結果を絞る。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「成績が60点以上の履修だけを対象に、科目ごとの平均を出し、そのうち平均が70点以上の科目」なら、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成績 &gt;= 60 と HAVING AVG(成績) &gt;= 70 の両方を書く。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集約関数は COUNT / SUM / AVG / MAX / MIN。GROUP BY で指定した列の値が同じ行をまとめる。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インデックスは万能ではない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第2回の二分探索を思い出す。ソートされていれば O(log n) で探せる。インデックスはその構造を列に作っておく仕組みである。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39696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インデックスあり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全走査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挿入・更新・削除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インデックスの更新分だけ遅い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記憶領域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追加で必要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05079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9709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読み出しを速くする代わりに、書き込みを遅くし領域を消費する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737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検索条件によく使う列にだけ作るのが基本である。実装は多くの場合 B木、あるいはハッシュ。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全部やるか、全部やらないか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なぜ必要か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銀行の振込を考える。1の直後に障害が起きたら、10,000 円が消滅する。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まとめて1つの単位にする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- 10000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'A';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+ 10000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'B';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COMMIT;   -- ここで初めて確定する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2つの操作は不可分でなければならない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「両方実行される」か「両方実行されない」かのどちらか。途中で止まって金が消えることがあってはならない。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問題があれば ROLLBACK で取り消す。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トランザクションとは、まとめて1つの単位として扱われる一連の操作である。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防ぐ事態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原子性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全部実行されるか、全く実行されないか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途中で止まって金が消える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一貫性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実行の前後で制約が保たれる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残高が負になる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 独立性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同時実行でも、順番に実行したのと同じ結果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第7回の競合状態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 永続性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完了したら、障害が起きても失われない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「完了」の後で消える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独立性は、第7回のスレッドの競合状態とまったく同じ問題である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永続性は WAL（Write-Ahead Logging）で実現する。変更を実際のデータファイルに書く前に、ログに先に書く。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第6回のファイルシステムのジャーナリングと同じ考え方である。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独立性のレベルは選べる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完全な独立性は高価である（並行性が下がる）。そこで段階を選べるようになっている。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766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許される異常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UNCOMMITTED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未確定の値が読める（ダーティリード）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同じ問い合わせを2回して結果が変わる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REPEATABLE READ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集合の要素が増える（ファントムリード）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SERIALIZABLE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なし（順番に実行したのと完全に同じ）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21538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616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下に行くほど安全だが遅い。用途に応じて選ぶ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383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残高の計算には SERIALIZABLE、閲覧数の集計には READ COMMITTED、といった判断をする。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大規模化とNoSQL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1台に収まらなくなったとき、何を諦めるか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レプリケーションとシャーディング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スケールアップ（1台を強力に）には限界と急激な費用増がある。しかし ACID を複数台にまたがって保証するのは高価である。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2394" y="2139696"/>
            <a:ext cx="5856732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読み出しを分散するか、書き込みも分散するか。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分散システムでは、一貫性 (C)・可用性 (A)・分断耐性 (P) の3つを同時にすべては満たせない。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85416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40864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ネットワークの分断は必ず起きる。だから選択は C と A のどちらを取るか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1455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を取る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7355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分断中は応答を拒否する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673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を取る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9534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673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古い値でも応答する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結果整合性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51713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しばらくすれば一致する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1023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銀行の残高は誤った値を返してはならないので C。SNS のタイムラインは多少古くても止まるより良いので A。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第9回で見たとおり、インターネットは障害を前提としている。P は諦められない。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は選択肢であって、優劣ではない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0233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向く用途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キーバリュー型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 → 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キャッシュ、セッション管理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文書型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JSON のような入れ子構造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構造が一定しないデータ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列指向型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列ごとに格納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大量データの集計・分析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グラフ型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ノードと辺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人間関係、経路、推薦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列指向が集計に強いのは、第5回の参照の局所性がストレージのレイアウトとして現れているから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「全社員の給与の合計」を計算するとき、行ごとの格納では全社員の全項目を読むことになる。列ごとなら給与の列だけでよい。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近年はリレーショナル DB が JSON 型を持ち、NoSQL が SQL 風の問い合わせと ACID を持つようになり、境界は曖昧になっている。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大規模処理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MapReduce の形が、この形である理由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21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データを分割し、各断片に同じ処理を並列に適用する。完全に独立なので台数に比例して速くなる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788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97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97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Shuffle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結果をキーごとにまとめ直す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364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10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473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473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473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キーごとに集約する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第5回のアムダールの法則を思い出す。並列化できる割合が上限を決める。Map の段階は完全に独立なので効率がよい。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また、どこか1台が壊れてもその断片だけやり直せばよい（耐障害性）。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現在は中間結果を主記憶に保持する Apache Spark のような枠組みが主流。第13回の機械学習は、この蓄積の上に成り立っている。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ファイルで学生名簿を管理する場合の問題を4つ挙げ、それぞれ DBMS のどの機能が解決するか対応づけよ。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「注文番号・顧客名・顧客住所・商品名・単価・数量」からなる表について、更新異常・挿入異常・削除異常の例をそれぞれ挙げ、正規化した設計を示せ。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と HAVING の違いを説明し、両方を使う SQL の例を1つ書け。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定理において分断耐性を諦められないのはなぜか。また (a) 銀行の残高照会 (b) SNS の「いいね」の数 (c) 航空券の座席予約 は C と A のどちらを優先すべきか。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が要る理由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ファイル管理は冗長性・更新異常・同時アクセス・障害回復で行き詰まる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1つの事実は1箇所にだけ書く。これが更新異常を防ぐ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宣言的。「何が欲しいか」を書けば、取り方は DBMS が決める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検索を速くする代わりに、書き込みを遅くし領域を消費する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独立性は第7回の競合状態と同じ問題。永続性は WAL で実現する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分散と CAP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分断は必ず起きるので、C と A のどちらを選ぶかになる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データを溜められるようになった。では、それを守るには —— そして顔の見えない相手をどう信用するか。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データベースとデータ処理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