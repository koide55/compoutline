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論理回路からプロセッサへ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数学的なモデルを、どうやって電気で作るのか。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どうやって電気で作るのか。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の真理値表を書き、NAND だけで他のゲートを構成できる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の構造を説明でき、加算回路を組み立てられる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フリップフロップ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が「記憶」を持つ仕組みを説明できる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の構成要素と、命令実行サイクルを説明できる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が何を述べ、いま何が終わったのかを説明できる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と 1 の演算を、電圧で行う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基本論理ゲート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 0 と 1 で表すと、計算は「0 と 1 の組から 0 と 1 を作る操作」になる。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720" y="1883664"/>
            <a:ext cx="8600079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だけで何でも作れる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= NAND(A, A)　　AND = NOT(NAND(A, B))　　OR = NAND(¬A, ¬B)（ド・モルガンの法則より）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工場で1種類の部品だけを大量に作れば済む。実際の LSI 内部は NAND と NOR が主役である。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では否定を含む論理が自然に作れるため、AND のほうがトランジスタが多い。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「AND を作るには NAND の後にインバータを足す」という関係になっている。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ここで起きていること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各段では、下の段の詳細を知らなくても仕事ができる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物理現象（電子の移動）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論理設計者は電子の振る舞いを考えないし、プログラマは論理ゲートを考えない。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この階層構造こそが、計算機を人間の手に負えるものにしている。以降の全講義に同じ構図が現れる。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演算する回路・記憶する回路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ゲートを組み合わせて、足し算と記憶を作る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半加算器：1ビットの足し算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0+0=0、0+1=1、1+0=1、1+1=10（2進で2）。最後だけ桁上がりが出る。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真理値表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463040"/>
                <a:gridCol w="1874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S（和）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C（桁上がり）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見比べると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の列は XOR、C の列は AND とまったく同じである。したがって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S = A ⊕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C = A ·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ゲート2個で1ビットの加算ができた。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これを半加算器という。多桁では下の桁からの桁上がりも足す必要があり、全加算器になる。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全加算器と4ビット加算器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2の補数のおかげで減算器は要らない。A − B は A + (¬B) + 1 で、加算器がそのまま使える。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桁上がりが順に伝わるので64ビットなら64段分の遅延がかかる。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実際のプロセッサは桁上がりを先読みする回路で対処する ——「速くするには余分な回路を足す」。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記憶する回路：SRラッチ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ここまでの回路は入力が変われば出力もすぐ変わる（組合せ回路）。記憶するには出力を入力に戻す。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電源が入っている限り、1ビットを覚えている。これが記憶の正体である。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実際にはクロックを加えた D フリップフロップを使う。n 個並べれば n ビットのレジスタになり、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大量に並べたものが SRAM であり、CPU 内のキャッシュである（第5回）。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クロックが要る理由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組合せ回路の出力は、入力が変わってから安定するまでに時間がかかる。安定する前に次の段が読むと誤動作する。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クロックとは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周期的な信号を全体に配り、「立ち上がりでのみ値を確定する」と決める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周期の下限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回路中でもっとも遅い経路（クリティカルパス）が安定するのに十分な長さが要る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3GHz なら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1周期は 0.33ns。光は真空中でこの間に 10cm しか進まない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チップの端から端まで信号が届かない —— これがクロック周波数を上げられない理由の1つである。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プロセッサの構成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万能チューリングマシンを、電子回路で実現する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ノイマン型計算機の構成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371600"/>
            <a:ext cx="68580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この設計のおかげでコンパイラが書けるが、データのつもりで書き込んだ領域を命令として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実行させる攻撃（バッファオーバフロー）も可能になる。第12回で扱う。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命令実行サイクル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1371600"/>
            <a:ext cx="7543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フェッチ（命令を読む）→ デコード（解読する）→ 実行（演算・読み書き・PC 更新）の繰り返し。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実行例：c = a +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200番地に 5、201番地に 3 が入っているとする。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512064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200番地から 5 を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201番地から 3 を R2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ALU が 5+3 を計算し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 の 8 を 202番地へ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たった1行のために、5つの命令が実行された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がやっているのは「読む・計算する・書く・PC を進める」だけである。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第1回のチューリングマシンの「読む→書く→動く→状態を変える」と、やっていることが同じ形をしている。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命令セットアーキテクチャ（ISA）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が理解できる命令の集合と形式。ISA はハードウェアとソフトウェアの契約である。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5852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ISA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系統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主な用途（2026年時点）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x86-64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Arm (AArch64)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スマートフォン、Apple Silicon、サーバ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RISC-V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組込み、研究、採用が拡大中。仕様がオープン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CISC は1命令で複雑なことをし、命令長が可変。RISC は命令を単純・固定長に絞り、その分を高速化に回す。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現代の x86-64 は内部で CISC 命令を RISC 的な内部命令に分解して実行している。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外から見た ISA と中の実装は別物でよい。ここでも「契約さえ守れば中身は自由」が働いている。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素子の変遷とムーアの法則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何で作ってきたか、そして何が終わったか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論理ゲートを何で作ってきたか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「電圧でオン／オフを切り替える弁」があればゲートは作れる。その弁が何であるかが変わってきた。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146304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素子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1個の大きさ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切替時間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継電器（リレー）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機械的接点。遅く、摩耗する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真空管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十数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熱く、頻繁に切れる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トランジスタ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小さく、丈夫で、電力が少ない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集積回路 (IC)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1960s–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1チップに多数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ns〜ps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配線ごと一体で作る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決定的だったのは集積回路。素子を小さくすれば、同時に速く・安く・省電力になる。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ムーアの法則と、その後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3180" y="1371600"/>
            <a:ext cx="69951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2年で倍 ＝ 10年で32倍、20年で約1000倍、40年で約100万倍。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これは物理法則ではなく、産業界の経験則であり目標でもあった。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半導体産業がこのペースに合わせて投資計画を立てたため、50年以上にわたって現実になった。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クロック向上が止まった理由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回路の消費電力はおよそ P ∝ C · V² · f。かつては素子を小さくすると電圧も下げられたので、周波数を上げても電力が増えなかった（デナードスケーリング）。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2000年代半ば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電圧を下げる限界に達し、周波数を上げると電力と発熱がそのまま増えるようになった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業界の転換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周波数ではなくコア数を増やす方向へ。第5回・第7回のテーマにつながる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2026年の主流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チップレット（小さなチップを組み合わせる）、3D積層、用途特化の専用回路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「汎用の計算機を速くする」時代から「用途ごとに違う回路を載せる」時代へ。生成AI が GPU を必要とするのはこの文脈にある。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ゲートだけを使って XOR を構成せよ。ゲートは4個で足りる。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4ビット加算器で 0110 + 1011 を計算せよ。各段の Cin, S, Cout を表にして示せ。結果は4ビットに収まるか。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クロック周波数 3GHz のプロセッサの1周期は何秒か。その間に光が進む距離を求めよ（光速 3×10⁸ m/s）。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「ムーアの法則が終わった」と言われる一方で、計算機の性能は今も向上している。何が向上しているのか、3つ挙げよ。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だけですべての論理関数が作れる。だから工場は1種類の部品を大量に作ればよい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XOR と AND から組み立てられる。2の補数のおかげで減算器は要らない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出力を入力に戻すと記憶ができる。フリップフロップがレジスタとメモリの基礎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命令とデータを同じ記憶に置く。第1回の万能チューリングマシンの実装形である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ハードウェアとソフトウェアの契約。中の実装は自由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クロック向上は2005年ごろ電力の壁で止まり、以後はコア数と専用回路の時代になった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CPU が理解するのは機械語だけである。では、人間が書いた Python のコードは、どうやって機械語になるのか。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論理回路からプロセッサへ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