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を表にして示せ。結果は4ビットに収まるか。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クロック周波数 3GHz のプロセッサの1周期は何秒か。その間に光が進む距離を求めよ（光速 3×10⁸ m/s）。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2026-09-22T00:46:14Z</dcterms:created>
  <dcterms:modified xsi:type="dcterms:W3CDTF">2026-09-22T00:46:14Z</dcterms:modified>
</cp:coreProperties>
</file>