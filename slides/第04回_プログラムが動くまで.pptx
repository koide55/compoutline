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　プログラムが動くまで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人間が書いた文字列が、なぜ機械の動作になるのか。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人間が書いた文字列が、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なぜ機械の動作になるのか。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機械語・アセンブリ・高級言語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の関係を説明できる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コンパイラとインタプリタ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の違いと、それぞれの利点を説明できる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ソースから実行までの各段階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を説明できる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仮想機械と JIT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が何を解決しているか説明できる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プログラミング言語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を分類の軸で整理できる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4223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バージョン管理とテスト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が何を解決し、何を保証しないかを説明できる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機械語とアセンブリ言語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が読めるのは 2進数の並びだけである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4.1　機械語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アセンブリ言語と機械語の対応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が実行できるのは ISA が定める命令だけで、主記憶の中では単なる2進数である。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4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268" y="1883664"/>
            <a:ext cx="7880985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アセンブリ言語と機械語はほぼ1対1に対応する。変換するプログラムをアセンブラという。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人間が16進数を直接書くこともできる（1950年代はそうしていた）。しかし数値を見ても何の命令か分からず、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命令を1つ挿入すると以降のジャンプ先の番地がすべてずれる。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4.1　機械語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それでもアセンブリでは足りない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ごとに違う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x86-64 で書いたコードは Arm では動かない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抽象度が低い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「配列を順に足す」を書くのに10行以上かかる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思考の単位と合わない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人は「レジスタ」ではなく「合計」「顧客リスト」で考える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45536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32735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それでも「読める」ことには価値がある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5844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最適化の結果を確認する、脆弱性を解析する、デバッガでクラッシュ箇所を追う —— いずれも機械語の層に降りる場面である。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5778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書く場面は限られる（OS の起動処理、割り込みハンドラ、暗号処理の定数時間実装など）。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高級言語と処理系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同じソースが、なぜどの機械でも動くのか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4.2　処理系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処理系の3方式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高級言語を実行するには、機械語に翻訳するか、解釈しながら実行するかのどちらかが要る。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4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1883664"/>
            <a:ext cx="7205472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4.2　処理系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コンパイラとインタプリタ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コンパイラ方式　C, C++, Rust, 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883664"/>
            <a:ext cx="505663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実行時に翻訳の手間がない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プログラム全体を見て最適化できる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実行前に型の誤りを検出できる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26440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欠点：実行までに時間がかかる。CPU・OS ごとに別の実行ファイルが要る。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インタプリタ方式　シェルスクリプト等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1883664"/>
            <a:ext cx="505663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すぐ実行できる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書いて試すサイクルが速い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どの環境でも同じソースが動く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326440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欠点：実行のたびに解釈するので遅い。誤りが実行時まで見つからない。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6692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中間に仮想機械方式がある。中間表現（バイトコード）に翻訳し、各環境の VM が解釈する（Java, C#, Python）。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4.2　処理系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JIT コンパイル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 方式でも、バイトコードの解釈は機械語の直接実行より遅い。そこで実行しながら、よく通る箇所だけを機械語に翻訳する。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実行時にしか分からない事実を使って最適化できる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このループで x は常に整数だった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1868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整数専用のコードを出す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124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この分岐はほぼ常に真だった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4048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12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真の側を速い経路にする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仮定が外れたら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46227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334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解釈実行に戻せばよい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50474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プログラムの実行時間の大半はごく一部のコードに集中する。全体を最適化するより、熱い箇所だけを本気で最適化するほうが効率がよい。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採用例：JVM (HotSpot)、JavaScript エンジン (V8)、.NET、PyPy。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「コンパイラ言語 vs インタプリタ言語」という分類は、現代ではあまり意味をなさない。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実行ファイルができるまで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ソースから実行までに、何段階あるのか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4.3　ビルド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ビルドの各段階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4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371600"/>
            <a:ext cx="8778240" cy="4012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4.3　ビルド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コンパイルの中身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コンパイル段階が本体で、内部はさらに数段階に分かれる。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1051560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字句解析 — 文字列をトークンに分割する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int, sum, =, 0, ; といった単位に切る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構文解析 — トークン列から構文木を作る。文法に合わなければ構文エラー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意味解析 — 型が合っているか、変数が宣言済みかを検査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中間表現の生成と最適化 — 不要な計算を除去、ループを変形、定数を畳み込む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= 3 * 4 はコンパイル時に x = 12 になる（定数畳み込み）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ループ内で値の変わらない計算はループの外に出される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 — 対象 CPU のアセンブリを出力。レジスタの割り当てもここ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最適化はプログラムの意味を変えてはならない。C の「未定義動作」ではこの制約が外れ、事故の原因になる。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4.3　ビルド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リンク：静的と動的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静的リンク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ライブラリの中身を実行ファイルに取り込む。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単体で動くが大きくなる。ライブラリの更新には再リンクが要る。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動的リンク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実行時にライブラリを読み込む。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実行ファイルは小さく、ライブラリを更新すれば全プログラムに反映される。ただし依存するライブラリが無いと動かない。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の .so、Windows の .dll、macOS の .dylib。「DLL が見つかりません」は動的リンクの帰結である。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4.3　ビルド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プロセスのメモリ配置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4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790" y="1371600"/>
            <a:ext cx="63779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変数がどこに置かれるかを意識すると、バグの性質が見えてくる。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スタックの変数は関数を抜けると消える／ヒープは明示的に解放しないと残る（メモリリーク）／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テキスト領域は書込み禁止。第12回のバッファオーバフロー攻撃は、この配置を知らないと成立が理解できない。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言語の分類と選び方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「良い言語」ではなく「どの軸で違うか」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4.4　言語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4つの軸で位置づける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実行の仕方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コンパイル／インタプリタ／仮想機械／JIT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5060" y="1481328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7940" y="1618488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型の扱い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7940" y="1965960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静的型（C, Java, Rust, Go, TypeScript）と動的型（Python, JavaScript, Ruby）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62656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99816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パラダイム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手続き型／オブジェクト指向／関数型／論理型。現代の主要言語はほぼ複数を併せ持つ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2962656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7940" y="3099816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7940" y="3447288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手動（C）／ガベージコレクション（Java, Python, Go）／所有権（Rust）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8463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静的型は誤りを早く見つけられ大規模開発に有利、動的型は書き始めが速い。近年は動的型に型注釈を足す動きが強い。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4.4　言語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歴史の中の代表例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73152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言語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何を持ち込んだか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FORTRAN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1957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最初の実用的な高級言語。数式をそのまま書ける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LISP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1958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関数型、再帰、リスト、プログラム＝データ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1972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高級言語でありながら機械に近い。UNIX とともに普及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Python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1991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読みやすさを最優先。現在は科学計算・AI の標準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Java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1995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VM による環境非依存、GC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2009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並行処理を言語に組み込む。単純さを重視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Rust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2010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GC なしでメモリ安全を保証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LISP は1958年の言語だが、プログラム自身がプログラムを生成・操作できる。第1回の万能チューリングマシンを言語設計に持ち込んだものと見ることができる。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4.4　言語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選び方は3つの問いで決まる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問うべきは「どの言語が優れているか」ではない。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75104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その領域の生態系はどこにあるか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2743200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ライブラリと知見が集まっている言語を選ぶ。機械学習なら Python、Web なら TypeScript、組込みなら C/C++/Rust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78808" y="2670048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75104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97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性能要件はどこにあるか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9704" y="2743200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実行速度が問題になるのは全体のごく一部。まず書きやすい言語で作り、遅い箇所だけ置き換える構成も普通である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36408" y="2670048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975104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3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誰が保守するか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47304" y="2743200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3年後に読む人にとって読めるか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書いたあと、動くと確かめるまで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ここからは人間の側の仕組みである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4.5　バージョン管理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バージョン管理が解決すること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ソースコードは1回書いて終わりではない。直し、戻し、複数人で同時に触る。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252603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履歴を残す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「なぜこう書いたか」が後から追える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0430" y="1883664"/>
            <a:ext cx="252603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331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任意の時点に戻せる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3310" y="2368296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壊したときに引き返せる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5060" y="1883664"/>
            <a:ext cx="252603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変更を統合できる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7940" y="2368296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同じファイルを同時に触っても失われない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49690" y="1883664"/>
            <a:ext cx="252603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257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分岐して試せる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32570" y="2368296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本流を壊さずに実験できる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547872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36758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「いつ壊れたか」は二分探索で特定できる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9867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1か月前は動いていたが、いま動かない。その間にコミットが100個ある。真ん中で試し、動けば後半、動かなければ前半に絞る —— 7回で1個になる（第2回の二分探索。git bisect が自動化する）。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コミットは「中途半端な状態を記録しない」単位である。第11回のトランザクションと同じ考え方。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4.5　テスト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テストは、バグが無いことを証明しない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単体・結合・回帰の3種類がある。自動化がいちばん効くのは回帰テストである —— 人間は一度直した箇所を二度と確かめないが、機械は毎回確かめる。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テストはバグの存在を示せるが、不在は示せない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テストが通った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1868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バグが見つからなかった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124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バグが無い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4048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12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別の主張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256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第1回のライスの定理 —— プログラムの振る舞いに関する自明でない性質は、すべて決定不能である。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テストは有限個の入力で試すだけなので、試していない入力については何も言えない。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型検査とテストは競合しない。型は全入力について「ある種の誤りが無いこと」を保証し、テストは「ある入力で正しく動くこと」を示す。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4.5　テスト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第1回の3つの迂回策が、そのまま道具になる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決定不能性は技術の未熟さではない。だから「迂回する」ことが開発の道具立てそのものになる。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第1回の迂回策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対応する道具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何をしているか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近似する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テスト、静的解析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有限個の入力で試す。危ない箇所を過剰に報告する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対象を狭める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型システム（4.4）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決定可能な性質だけを、機械が全入力について保証する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人間を入れる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コードレビュー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機械に判定できないことを人が見る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94106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87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継続的インテグレーション（CI）—— コミットごとに自動でビルドしてテストを走らせる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764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狙いは1つ。壊れたことを早く知る。壊れてから気づくまでが長いほど原因の候補が増える。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コミットごとに確かめれば候補は常に1個なので、二分探索する必要すらなくなる。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高級言語で書いたプログラムが、そのままでは CPU で実行できないのはなぜか。第3回の内容に触れて説明せよ。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54203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JIT コンパイルが事前コンパイルより有利になりうる理由を1つ挙げよ。「実行時にしか分からない情報」の具体例を含めること。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41071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静的リンクと動的リンクについて、それぞれが有利になる状況を1つずつ挙げよ。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27939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 C 関数の誤りを、メモリ配置を参照して説明せよ。char *f(void) { char buf[64]; sprintf(buf, "hello"); return buf; 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16636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663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514807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「テストが全部通ったので、このプログラムにバグは無い」という主張に反論せよ。第1回の内容に触れること。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60350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0350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83080" y="601675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1か月前は動いていたが、いま動かない。その間にコミットが100個ある。原因のコミットを特定するのに最小で何回試せばよいか。方法も述べよ。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機械語とアセンブリ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ほぼ1対1に対応する。ラベルを番地に直すのがアセンブラの仕事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30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コンパイラ・インタプリタ・仮想機械・JIT。現代の言語は複数を組み合わせている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前処理→コンパイル→アセンブル→リンク→ロード。リンクで未解決の番地が埋まる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6301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テキスト・データ・ヒープ・スタック。この配置がバグの性質も攻撃の成立も決めている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言語の選択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79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生態系・性能要件・保守性で決まる。「良い言語」という問いは立たない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バージョン管理とテスト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1297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テストはバグの不在を示せない。第1回の迂回策3つが、テスト・型・レビューに対応する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プログラムは動くようになった。しかし遅い。なぜ遅いのか —— 答えは CPU ではなく、記憶装置にある。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第4回 プログラムが動くまで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2026-09-22T02:45:31Z</dcterms:created>
  <dcterms:modified xsi:type="dcterms:W3CDTF">2026-09-22T02:45:31Z</dcterms:modified>
</cp:coreProperties>
</file>