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どこまでを実行前に済ませるかが違う。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85416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40864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1455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7355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673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953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67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51713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1023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58567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リンクの段階で、複数の .o とライブラリが1つに合流する。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