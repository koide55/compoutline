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4564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953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352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737" y="2084832"/>
            <a:ext cx="626604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先頭（ネットワーク自体）と末尾（ブロードキャスト）は使えない。9.4 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0" y="1883664"/>
            <a:ext cx="700532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パケットがルータを通過するとき、IP ヘッダのアドレスは変化しないが Ethernet ヘッダの MAC アドレスは書き換えられる。この違いが何を意味するか説明せよ。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アドレスは階層構造を持つので経路表を小さく保てる。ルータは最長一致で選ぶ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届ける道はついた。では、その道の上で、名前しか知らない相手とどうやって確実に、そして安全にやりとりするのか。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