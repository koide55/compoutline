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　記憶階層とプロセッサの並列性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なぜ計算機の速度は「メモリ待ち」で決まるのか。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なぜ計算機の速度は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「メモリ待ち」で決まるのか。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SRAM と DRAM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の違いを、素子の構造から説明できる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49631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記憶階層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がなぜ必要かを、速度・容量・価格の関係から説明できる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参照の局所性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とキャッシュの働きを説明し、ヒット率から実効時間を計算できる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仮想記憶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が解決している問題を説明できる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69087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690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7091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並列性の階層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を説明し、アムダールの法則を適用できる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440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投機実行</a:t>
            </a:r>
            <a:pPr indent="0" marL="0"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がサイドチャネル攻撃を可能にした仕組みを説明できる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記憶素子と記憶階層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速くて大きくて安い記憶は、作れない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5.1　記憶階層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から見ると、主記憶は遠い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は 0.3ns ごとに命令を実行できる。しかし主記憶からデータを取ってくるには 80ns かかる。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29384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その間、CPU は 250サイクル分ぼんやり待っている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889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CPU の1サイクル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0.3 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5112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 キャッシュ参照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63931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511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主記憶参照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26110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 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「主記憶を全部 L1 と同じ速さにすればよい」——できない理由が2つある。価格と、物理的な距離である。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5.1　記憶階層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SRAM セルと DRAM セル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5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371600"/>
            <a:ext cx="82296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DRAM は面積が SRAM の 1/6 以下で済む。だから主記憶は DRAM である。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DRAM のコンデンサの電荷は漏れる。放っておくと数十ミリ秒で 0 と 1 の区別がつかなくなるので、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定期的に全ビットを読み出して書き戻す（リフレッシュ）。読み出しが破壊的である点も遅さの一因である。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5.1　記憶階層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記憶階層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速くて大きくて安い記憶は作れないので、性質の違う記憶を積み重ねる。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5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8366" y="1883664"/>
            <a:ext cx="6304788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この階層がうまくいくのは、たまたまではない。プログラムの振る舞いに強い規則性があるからである。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キャッシュと参照の局所性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よく使うものを、近くに置く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　キャッシュ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参照の局所性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実際のプログラムがメモリを読む様子を観察すると、アクセスは全体に散らばらず、偏る。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時間的局所性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一度使ったデータは、近いうちにまた使われる。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ループ変数、よく呼ばれる関数。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空間的局所性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あるデータを使うと、その近くのデータも使われる。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配列の順次走査、構造体のフィールド、次に実行する命令。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5720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経験則だが、極めて広範に成り立つ。だから「最近使ったデータとその周辺」を小さく速い記憶に置いておける。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　キャッシュ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ヒット率のわずかな差が効く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実効アクセス時間 T = h · T_c + (1 − h) · T_m。ここでは T_c = 1 ns、T_m = 80 ns とする。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ヒット率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実効アクセス時間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全部当たった場合との比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 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99%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1.8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1.8 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95%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5.0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5.0 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8.9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8.9 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40.5 ns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40.5 倍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416552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56285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ヒット率が 99% から 95% に落ちるだけで、3倍近く遅くなる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23951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キャッシュはデータを1バイト単位ではなく、キャッシュライン（典型的には64バイト）で出し入れする。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空間的局所性があるので、周辺をまとめて持ってくるほうが得だからである。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　キャッシュ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同じ計算量でも、速度は桁で違う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2次元配列の全要素を足す。C では配列は行優先（同じ行の要素がメモリ上で連続）で並ぶ。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5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480" y="1883664"/>
            <a:ext cx="6004560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O記法は定数倍を無視する。しかし (a) と (b) の差はまさにその「定数倍」である。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オーダが同じでも、実際の速度は桁で違いうる。理論と実装の両方が要る、というのはこういう意味である。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仮想記憶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各プロセスに「独占している」という幻を見せる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5.3　仮想記憶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仮想アドレスから物理アドレスへ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5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126" y="1371600"/>
            <a:ext cx="7025268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対応表（ページテーブル）を OS が管理し、変換はハードウェア（MMU）が行う。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得られるもの：保護（対応表にない物理ページには触れない）／連続性の幻／主記憶より大きなプログラム／共有。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代償：変換のたびに表を引くので遅い（TLB でキャッシュする）／ページフォルト／スラッシング。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プロセッサの並列性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クロックが上がらなくなっても、性能は伸びている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並列性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パイプライン：命令の中の並列性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命令実行を5段に分け、各段が別々の命令を同時に処理する。工場のベルトコンベアと同じ発想である。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5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3347" y="1883664"/>
            <a:ext cx="8234825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並列性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パイプラインを乱すもの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データハザード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前の命令の結果を次の命令が使う。結果が出るまで待つ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制御ハザード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分岐命令。次にどの命令を取るかが決まらない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554480"/>
          </a:xfrm>
          <a:prstGeom prst="roundRect">
            <a:avLst>
              <a:gd name="adj" fmla="val 3529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分岐予測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「前回も前々回も成立した。今回も成立するだろう」と予測して先に進み、外れたらやり直す。現代の予測精度は95%以上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328416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0B5C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34564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性能のための工夫が、安全性の穴になった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7673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投機実行は2018年に発見された Spectre / Meltdown の原因になった。外れた予測は取り消されるが、キャッシュに残った痕跡は消えない。第12回で再訪する。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投機実行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取り消せるのは結果だけ、痕跡は残る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分岐予測の次の一手が投機実行である。予測した方向の命令を、予測が正しいと分かる前に実行してしまう。外れたら結果を捨てる。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捨てられるのは計算結果だけ。キャッシュの状態は元に戻らない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キャッシュに当たる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外れる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 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42569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 で見たとおり、当たるか外れるかでアクセス時間は桁で違う。ということは —— アクセス時間を測れば、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そのデータがキャッシュにあったかどうかが分かる。計算の結果ではなく、副作用から情報を取る。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これをサイドチャネル攻撃という。2018年に公表された Spectre / Meltdown は、ここを突いた。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投機実行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Spectre の骨格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境界検査を、分岐予測に飛び越えさせる。範囲内の i で何度も呼び、「真」に予測が偏るよう訓練しておく。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10789920" cy="3017520"/>
          </a:xfrm>
          <a:prstGeom prst="roundRect">
            <a:avLst>
              <a:gd name="adj" fmla="val 1212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1038758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 &lt; array1_size)              /* 予測は「真」に偏っている */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array2[array1[i] * 512];  /* 検査を待たずに実行される  */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ここで範囲外の i を渡すと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1. 検査の結果を待たず、array1[i]（読めないはずの値）を読む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2. その値でアドレスを作り、array2 を読む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3. 予測が外れたと判明。結果は取り消される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 しかし array2 のその位置だけがキャッシュに残る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5. array2 を順に読んで時間を測れば、載った位置＝秘密の値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517550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Meltdown はもう一段深い。Spectre が同一プロセス内の境界検査を飛び越えるのに対し、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Meltdown は特権の境界を越えてカーネルのメモリを読む。影響が大きく、OS 側の対策が要った。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9436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手口は Flush+Reload —— 追い出す → 被害者を動かす → もう一度読んで時間を測る。速ければ触った。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投機実行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時間差が、秘密を漏らす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05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371600"/>
            <a:ext cx="6400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「1つだけ速い」が読めれば値が1つ漏れる。繰り返せば1バイトずつ吸い出せる。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投機実行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なぜ直しにくいのか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これは実装のバグではない。投機実行は性能のための設計そのもので、止めれば大きく遅くなる。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1206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対策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代償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投機を抑える命令を要所に挟む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その箇所が遅くなる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カーネルとユーザのページテーブルを分ける（KPTI）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システムコールが重くなる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コンパイラが危ない形を避ける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最適化の余地が減る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抽象化は、性能のために下の層の事情を漏らすことがある。その漏れが情報の漏洩になりうる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プログラムから見れば「取り消された実行」は存在しないはずだった。しかし下の層（キャッシュ）には痕跡が残っていた。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時間から秘密を推測する攻撃は他にもある。暗号ライブラリが定数時間で書かれるのはこのためである（第12回）。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並列性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並列性の階層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スーパースカラ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演算器を複数持ち、依存関係のない命令を同時に発行する。アウトオブオーダ実行では順序も入れ替える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5060" y="1481328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7940" y="1618488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77940" y="1965960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1つの命令で複数のデータに同じ演算をする。画像・音声・行列演算で効く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054096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9125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GPU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3538728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SIMD を極端に推し進めたもの。単純なコアを数千〜数万。深層学習が使うのはこのため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3054096"/>
            <a:ext cx="5280660" cy="1371600"/>
          </a:xfrm>
          <a:prstGeom prst="roundRect">
            <a:avLst>
              <a:gd name="adj" fmla="val 4000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7940" y="3191256"/>
            <a:ext cx="4914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マルチコア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7940" y="3538728"/>
            <a:ext cx="4914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別々のスレッドを同時に実行する。ハードウェア任せにできず、プログラム側の対応が要る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0292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(1)〜(3) はハードウェアが勝手にやってくれる。マルチコアだけは、1スレッドのプログラムだとコアが100個あっても1個しか使わない。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並列性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アムダールの法則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並列化できる割合を p、コア数を n とすると、高速化率は S = 1 / ((1 − p) + p/n)。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05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434" y="1883664"/>
            <a:ext cx="6124651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 を無限に大きくしても、S は 1/(1−p) を超えない。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5.4　並列性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並列プログラムが難しい理由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481328"/>
            <a:ext cx="105156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依存関係 — どの計算がどの計算の結果を必要とするか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データの共有と競合 — 2つのスレッドが同じ変数を同時に書き換えると壊れる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同期のコスト — 待ち合わせそのものに時間がかかる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デッドロック — 互いに相手の資源を待って永久に止まる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再現しないバグ — タイミング依存の不具合は、実行するたびに現れたり消えたりする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754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これらへの対処は第7回（プロセスとスレッド）で扱う。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第5回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キャッシュ参照時間 2ns、主記憶参照時間 100ns のシステムで、ヒット率が (a) 98% (b) 90% のとき実効アクセス時間をそれぞれ求めよ。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5.2 の (a)(b) 2つのループについて、N=1024、1要素8バイト、キャッシュライン64バイトとする。それぞれ何回のキャッシュミスが起きるか概算せよ。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仮想記憶がもたらす利点を3つ挙げ、それぞれ「なかったら何が困るか」を述べよ。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5-5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実行時間の 80% は並列化でき、20% は逐次実行しかできない。(a) 4コアでの高速化率は何倍か (b) コア数を無限にしたときの上限は何倍か。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SRAM と DRAM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SRAM は速いが大きく高い。DRAM は安く詰め込めるが遅くリフレッシュが要る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0756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投機実行の穴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03911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結果は取り消せるがキャッシュの痕跡は残る。時間を測れば「触ったか」が分かる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340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記憶階層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性質の違う記憶を積む。有効なのは、プログラムに参照の局所性があるから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3924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キャッシュ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35584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ヒット率のわずかな低下が実効速度を大きく損なう。同じ計算量でも触り方で桁が変わる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仮想記憶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01421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保護・連続性の幻・容量の拡張・共有を、対応表1枚でまとめて得る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並列性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46725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パイプライン、スーパースカラ、SIMD、マルチコアの階層。前3者はハードウェア任せ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3675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アムダールの法則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53309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逐次のまま残る部分が、高速化の上限を決める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電源を切っても消えない記憶 —— ストレージの世界へ。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第5回 記憶階層とプロセッサの並列性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2026-09-22T02:13:01Z</dcterms:created>
  <dcterms:modified xsi:type="dcterms:W3CDTF">2026-09-22T02:13:01Z</dcterms:modified>
</cp:coreProperties>
</file>