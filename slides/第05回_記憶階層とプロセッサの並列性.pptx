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85416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40864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1455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7355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673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953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67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51713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1023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6725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8188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495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(a) と (b) は同じ結果を出し、同じ回数の加算をする。計算量はどちらも O(N²)。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5955" y="2139696"/>
            <a:ext cx="7649609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1命令あたりの所要時間は変わらないが、単位時間あたりの完了数が5倍になる。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062" y="2139696"/>
            <a:ext cx="5689397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