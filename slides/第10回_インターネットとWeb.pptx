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インターネットとWeb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名前しか知らない相手と、失われるかもしれない経路の上で、どうやって確実に、そして安全にやりとりするのか。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どうやって確実に、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そして安全にやりとりするのか。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経路は失われうる。相手が本物かも分からない。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の違いを、保証と用途の観点から説明できる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がベストエフォートの上にどう作られるか説明できる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の呼び出し順序を説明し、accept が何を返すか述べられる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の名前解決の流れを説明できる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の版ごとの改良と、TLS が保証するものを説明できる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トランスポート層：TCP と UDP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ベストエフォートの上に、信頼性を作る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ポート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ポート番号と5つ組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16ビットの番号（0〜65535）で、ホスト内のアプリケーションを識別する。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通信の端点は5つ組で一意に定まる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(プロトコル,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送信元IP, 送信元ポート,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宛先IP,   宛先ポート)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これにより、1台のサーバが同時に多数のクライアントと通信できる。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よく使われるポート番号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7033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番号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サービス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SSH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SMTP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DNS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0〜1023 はウェルノウンポートで、多くの OS では特権が必要である（偽のサービスを立てられないように）。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ソケット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プログラムから見た通信：ソケット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ソケットは通信の端点を表す抽象で、アプリケーションからはファイル記述子として扱える（第7回）。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7871" y="1883664"/>
            <a:ext cx="5365777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 と UDP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保証しないことが利点になる場面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—— IP に薄く被せただけ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コネクションを張らない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再送しない、順序も到着も保証しない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ヘッダは8バイトと小さい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送りたいときに送るので遅延が小さい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音声・映像のリアルタイム通信では、遅れて届いたパケットはもう再生時刻を過ぎている。再送は無駄である。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—— 信頼性を端点が作る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到達：確認応答 (ACK) と再送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順序：シーケンス番号で並べ直す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溢れさせない：ウィンドウ制御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網を詰まらせない：輻輳制御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信頼性は下の層が提供するのではなく、端点どうしが作る。これがエンド・ツー・エンド原理である。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網の中身は単純に保ち、賢さは端点に置く。だから網は速く、新しいアプリケーションを網の改修なしに導入できる。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3ウェイハンドシェイク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7703" y="1371600"/>
            <a:ext cx="646611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代償：データを送り始める前に1往復（RTT）が必要。東京とヨーロッパの間なら約 250ms。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この待ち時間が、後述する QUIC の動機になる。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輻輳制御が、インターネット全体を守っている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フロー制御は受信側が処理しきれない量を送らないようにする。輻輳制御はより難しい —— 網の混雑具合は直接観測できないためである。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は「パケットが失われた＝網が混んでいる」と解釈し、送信量を調整する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少量から始める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うまく届くたびに増やす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損失を検知したら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送信量を大きく減らす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しばらくして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また徐々に増やす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各端点が自主的に遠慮するだけで、中央の管理なしに公平な帯域配分が成立する。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1986年に実際に発生した輻輳崩壊（再送がさらに混雑を呼び、実効スループットが1/1000に落ちた）の教訓から作られた。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名前解決：DNS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反復問い合わせによる名前解決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人間は 203.0.113.42 を覚えられない。さらに重要なのは、名前とアドレスを分離できることである。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ルートは TLD の管理者を知り、TLD は各ドメインの管理者を知る。管理も階層的に委譲されている。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 の重要性と脆さ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止まると誰も来られない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サーバが正常でも、名前が引けなければたどり着けない。大規模障害の原因が DNS であることは珍しくない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傍受と偽装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元来、通信内容が暗号化されておらず、誰がどこを見ているか分かる。偽の応答で偽サイトへ誘導する攻撃も実際にある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DNSSEC（応答に署名して改竄を検知）、DoH / DoT（問い合わせ自体を暗号化）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6634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サーバを別のデータセンタに移しても、DNS の記録を書き換えれば利用者は同じ名前でアクセスできる。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ステートレスだから、分散できる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HTTP：要求と応答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/index.html HTTP/1.1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www.example.com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User-Agent: ...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text/html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メソッド：GET（取得。副作用を持たせてはならない）／POST（送信）／PUT（置換）／DELETE（削除）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text/html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Content-Length: 1234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html&gt;...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主なコード：200 成功／301,302 移動／400 不正／401,403 認証・権限／404 なし／500 サーバ内部／503 一時的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 — サーバは要求と要求の間の状態を覚えていない。だからサーバを増やして負荷分散できる。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の版ごとの改良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4937760"/>
                <a:gridCol w="29260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主な改良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下位のプロトコル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HTTP/1.1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1997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1つの接続を使い回す（Keep-Alive）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多重化、ヘッダ圧縮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QUIC 上で動く、接続確立の高速化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UDP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1927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46557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「TCP の代わりを UDP の上に作る」という一見奇妙な選択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4223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HTTP/2 は多重化したが、下が TCP なのでパケットが1つ失われると全ストリームが待たされた。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QUIC はストリームごとに独立して再送し、暗号化と接続確立を同時に行い、IP が変わっても接続を維持できる。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がカーネルと機器に深く根を張っていて改良できない、という現実への対処でもある。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TLS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真正性がなければ、機密性も完全性も無意味になる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第三者に内容を読まれない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完全性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書き換えられたら検知できる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相手が名乗ったとおりの相手である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暗号化しても、暗号化した相手が偽サイトなら意味がない。サーバ証明書によって「このサーバは確かに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example.com である」ことを確認する仕組みが要る。その中身は第12回で扱う。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2026年時点では TLS 1.3 が標準。TLS 1.0/1.1 は廃止、1.2 も設定によっては安全でない。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アプリケーションと分散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ステートレスの上に組み立てる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アプリケーションの三層構成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各層を独立に増やせる。アクセスが増えたらアプリサーバを、データが増えたら DB を強化する。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 の形式は REST（資源を URL で表し HTTP メソッドで操作）、GraphQL（必要なデータの形を指定）、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WebSocket（双方向の持続的な接続）。データ形式は JSON が主流である。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クライアントサーバと P2P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役割が固定。管理は中央集権的で容易だが、単一障害点がある。拡張にはサーバの増強が必要。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例：Web、メール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P2P（ピアツーピア）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各ノードが両方を担う。単一障害点がなく、参加者が増えると資源も増える。ただし管理が難しい。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例：BitTorrent、ブロックチェーン、WebRTC、IPFS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実際には純粋な P2P は少ない。最初に相手を見つける段階は中央サーバを使い、大量データ転送だけを P2P にする混成型が多い（NAT の影響もある）。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CDN：距離そのものを縮める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第2回の遅延表を思い出す。東京と米国西海岸の往復は 100ms。光の速度は変えられない。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コンテンツの複製を世界各地に置き、物理的に近い場所から配信する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近くから返す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元サーバの負荷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肩代わりする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突発的な負荷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吸収する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754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大量アクセスによる攻撃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488289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754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緩和する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ビデオ通話に TCP ではなく UDP が使われることが多い理由を、再送の意味に触れて説明せよ。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サーバが呼ぶシステムコールを順に並べ、それぞれが何をするか述べよ。また accept が新しいソケットを返す設計の理由を説明せよ。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HTTP/3 が TCP ではなく UDP の上に作られた理由を2つ挙げよ。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が保証する3つのうち「真正性がなければ他の2つは無意味になる」のはなぜか説明せよ。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は薄く速い。TCP はベストエフォートの上に信頼性を作る。信頼性は網ではなく端点が担う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224942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プログラムから見れば通信はファイル記述子。接続すれば read / write で扱える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0" y="311810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名前とアドレスを分離し、階層的な委譲によって非中央集権に動く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398678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ステートレスだからサーバを増やして分散できる。HTTP/3 は UDP 上の QUIC へ移った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892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485546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機密性・完全性・真正性。真正性が土台である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通信でデータをやりとりできるようになった。では、そのデータを矛盾なく溜めておくにはどうするか。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インターネットとWeb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2026-09-22T02:24:24Z</dcterms:created>
  <dcterms:modified xsi:type="dcterms:W3CDTF">2026-09-22T02:24:24Z</dcterms:modified>
</cp:coreProperties>
</file>