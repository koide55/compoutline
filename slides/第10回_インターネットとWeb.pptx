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名前しか知らない相手と、失われるかもしれない経路の上で、どうやって確実に、そして安全にやりとりするのか。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どうやって確実に、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そして安全にやりとりするのか。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経路は失われうる。相手が本物かも分からない。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がベストエフォートの上にどう作られるか説明できる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871" y="1883664"/>
            <a:ext cx="5365777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が保証する3つのうち「真正性がなければ他の2つは無意味になる」のはなぜか説明せよ。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