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名前しか知らない相手と、失われるかもしれない経路の上で、どうやって確実に、そして安全にやりとりするのか。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名前しか知らない相手と、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どうやって確実に、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そして安全にやりとりするのか。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経路は失われうる。相手が本物かも分からない。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がベストエフォートの上にどう作られるか説明できる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7871" y="1883664"/>
            <a:ext cx="5365777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8480" y="1883664"/>
            <a:ext cx="6004560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が保証する3つのうち「真正性がなければ他の2つは無意味になる」のはなぜか説明せよ。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224942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97680" y="311810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398678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" y="4892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855464"/>
            <a:ext cx="71323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2026-09-22T02:33:26Z</dcterms:created>
  <dcterms:modified xsi:type="dcterms:W3CDTF">2026-09-22T02:33:26Z</dcterms:modified>
</cp:coreProperties>
</file>