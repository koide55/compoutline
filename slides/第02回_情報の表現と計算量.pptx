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　情報の表現と計算量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情報を2進数で表すと何が嬉しいのか。「速いアルゴリズム」とは何か。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情報を2進数で表すと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何が嬉しいのか。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そして「速いアルゴリズム」とは何か。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2進数と2の補数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で数を表せる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がなぜ誤差を持つか説明できる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SI接頭辞と2進接頭辞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の違いを説明し、容量表示のずれを計算できる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O記法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で計算量を表し、入力規模に対する伸び方を比較できる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の区別、NP完全性の意味を説明できる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情報の表現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 0 と 1 だけで足りるのか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なぜ2進数なのか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2進数を使うのは、数学的に優れているからではない。物理的に作りやすいからである。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5912" y="1883664"/>
            <a:ext cx="656969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2状態なら1V以上の余裕がある。多少ばらついても間違えない。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読み取った時点で 0 か 1 に丸め直せば元通りになる。アナログはコピーのたびに劣化するが、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デジタルは何万回コピーしても、媒体を乗り換えても情報が保たれる。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ビットとバイト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ビットあれば 2ⁿ 通りの状態を表せる。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62179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ビット数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状態数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だいたい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256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1バイト。文字1個、色の1成分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65,536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音声1サンプル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約43億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IPv4アドレス、整数1個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約1.8×10¹⁹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現代のポインタ、大きな整数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8である必然性は薄く、歴史的経緯による。厳密さが要る文脈では8ビットであることを明示して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「オクテット」と呼ぶ。通信規格の文書はほぼこちらを使う。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文字は「文字と番号の対応表」を決めて番号を2進数で表す。現在は UTF-8 が事実上の標準。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　情報の表現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文字数とバイト数は一致しない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UTF-8 は1文字を1〜4バイトで表す可変長方式である。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ASCII の範囲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英数字はそのまま1バイト。既存のシステムと互換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日本語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ひらがな・漢字は3バイト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絵文字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4バイト。さらに複数の符号点を組み合わせて1つの絵にするものもある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ここが実務でつまずく点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データベースの桁数制限、パスワードの長さ制限、通信量の見積もりで取り違えると、日本語だけ通らないバグになる。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数の表現と誤差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有限のビットで、無限にある数をどう表すか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負の数：2の補数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ビットで、負数 −x を 2ⁿ − x として表す。−x は「全ビットを反転して1を足す」。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8ビットの例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42032"/>
          <a:ext cx="5166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9184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2進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0000 0000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1111 1111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−3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1111 1101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30936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2の補数の利点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309360" y="2542032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減算が要らない。a − b を a + (−b) として、加算回路だけで計算できる。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しかも符号を気にせず、桁あふれは捨てるだけでよい。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範囲は −2ⁿ⁻¹ 〜 2ⁿ⁻¹−1。8ビットなら −128 〜 +127。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309360" y="4169664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127 + 1 は −128 になる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85800" y="54864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「大きい数に足したら負になった」というこの挙動は、現実に事故を起こしている。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2.2　数の表現と誤差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浮動小数点数には原理的な誤差がある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は2進数だと 0.0001100110011… と循環し、有限ビットでは表しきれない。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2139696"/>
            <a:ext cx="8778240" cy="284001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180883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0.1 + 0.2 == 0.3 は偽になる。処理系のバグではなく、避けられない。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5564931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金額は浮動小数点数で扱わない（整数か十進小数型を使う）／等値比較をしない（|a−b| &lt; ε で判定）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／大きな数と小さな数を足すと小さいほうが消えるので、合計は小さい順に足す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容量表示がずれる理由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「1キロバイト」は1000バイトか1024バイトか。両方の流儀があるのが混乱の元である。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194560"/>
                <a:gridCol w="182880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2進接頭辞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SI接頭辞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ずれ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Ki（キビ）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2¹⁰ = 1,024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k（キロ）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10³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+2.4%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Mi（メビ）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2²⁰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M（メガ）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+4.9%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Gi（ギビ）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2³⁰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G（ギガ）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+7.4%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Ti（テビ）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2⁴⁰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T（テラ）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10¹²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+10.0%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のドライブは 10¹² バイト。OS が 2⁴⁰ で割ると 0.91TB と表示される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誰も嘘はついていない。なお通信速度は昔から SI接頭辞。さらに b は bit、B は Byte。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1Gbps の回線で 1GB を送ると 8 Gbit ÷ 1 Gbps = 8秒（理論値）。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2.3　単位と桁の感覚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遅延の桁を体に入れる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計算機科学では「何桁か」を即座に見積もれることが効く。（2026年時点の代表値、桁だけ覚える）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74320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操作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人間の1秒に例えると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L1 キャッシュ参照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主記憶参照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 読み出し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同一データセンタ内の往復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東京–米国西海岸の往復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この表は第5・6・9回で繰り返し参照する。計算機の設計思想の大半は、この桁の差をどう隠すかという話である。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「速い」を、機械に依存せずに測る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オーダの伸び方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入力の大きさ n に対して基本操作の回数がどう増えるかで測る。定数倍と低次の項は無視する。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2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8503" y="1883664"/>
            <a:ext cx="5944514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定数倍は計算機を買い替えれば縮むが、オーダは何を買っても縮まない。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を増やしたときの実感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1操作 1ns として。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94560"/>
                <a:gridCol w="210312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 log n)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O(n²)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O(2ⁿ)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664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4×10¹³ 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133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1,000,000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11.6 日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03250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178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n=100 で O(n²) と O(2ⁿ) の差は「10マイクロ秒」と「宇宙の年齢の1000倍」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85546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計算機を100万倍速くしても、O(2ⁿ) の問題は n が20増える程度しか扱えるようにならない。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探索の例：線形探索と二分探索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線形探索　O(n)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先頭から順に見る。最悪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のとき、最悪10億回。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二分探索　O(log 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真ん中を見て、目的の値より大きければ左半分、小さければ右半分に絞る。毎回半分になるので log₂ n 回。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 = 10億 のとき、約30回。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41148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3千万倍の差。これは実装の工夫では埋まらない。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ここまでは個々のアルゴリズムの話だった。次は問題そのものを分類する。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 O(nᵏ) で解けるアルゴリズムが存在する問題。「現実的に解ける」問題の理論的な定義とされる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NP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答えの候補を与えられたとき、それが正しいか多項式時間で「検証できる」問題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4787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914400" y="367588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= NP か？　2026年現在も未解決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98678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クレイ数学研究所のミレニアム懸賞問題の1つ（賞金100万ドル）。P ⊆ NP は明らか（解けるなら検証もできる）。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巡回セールスマン問題は、経路を提示されれば正しさを確かめられるが、見つける方法は知られていない。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NP完全に当たったら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「その1つが多項式時間で解ければ、NP のすべての問題が解ける」問題群を NP完全という。SAT、巡回セールスマン、ナップサック、グラフ彩色、数独の一般化。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近似する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最適でなくてよいので、最適の2倍以内を保証する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2139696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27685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問題を制限する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624328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実際に現れる入力の性質を使う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529584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6674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ヒューリスティクス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4014216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保証はないが実際にはうまくいく手法（焼きなまし法、遺伝的アルゴリズム）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529584"/>
            <a:ext cx="528066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66674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十分小さい n で妥協する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4014216"/>
            <a:ext cx="49149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扱う規模を現実的な範囲に抑える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半世紀にわたり世界中の研究者が見つけられなかったものを、締切までに見つけられる見込みは薄い。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2.4　計算量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第1回との関係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計算できるか（第1回）と、現実的な時間で計算できるか（今回）は別の問い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計算不可能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停止問題（第1回）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指数時間しか知られていない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NP完全（今回）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多項式時間で解ける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クラス 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85800" y="444398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この2段階の壁が、以降の講義に何度も顔を出す。第12回の公開鍵暗号は「素因数分解が P に属すると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知られていない」ことに安全性を託しているし、第13回の機械学習は「厳密に解けない問題を近似で押し切る」道具立てである。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10進数 173 を8ビットの2進数で表せ。また、8ビットの2の補数表現で −45 を表せ。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2TB と表示されたSSDを買った。OS が 2⁴⁰ を1TBとして表示する場合、何TBと表示されるか。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ある処理が n=1,000 のとき 1秒かかった。O(n²) だとすると n=10,000 では何秒か。O(n log n) ならどうか。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次のうち NP完全と知られているものはどれか。(a) 配列のソート (b) 数独（n×n に一般化） (c) 二分探索 (d) グラフの最短経路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2進数を使う理由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ノイズに強いから。デジタル情報が劣化しないのはこの性質による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2の補数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減算が加算回路だけで済む。だから負数はこの形式で表す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浮動小数点数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原理的な誤差がある。等値比較をしない、金額に使わない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接頭辞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SI（10³）と2進（2¹⁰）の違いが、容量表示のずれを生む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入力規模に対する伸び方で測る。定数倍は買い替えで縮むが、オーダは縮まない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と NP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 は解ける問題、NP は検証できる問題。NP完全に当たったら近似・制限・ヒューリスティクスへ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ここまでは数学の話だった。これを電気回路でどう作るのか。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第2回 情報の表現と計算量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