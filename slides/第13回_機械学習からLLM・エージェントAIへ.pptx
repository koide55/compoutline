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13回で追いかけてきたものを並べ直す。各回の「今回の問い」の答えが、ここにつながっている。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931920"/>
          </a:xfrm>
          <a:prstGeom prst="roundRect">
            <a:avLst>
              <a:gd name="adj" fmla="val 93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第1回  計算とは何か             チューリングマシン、計算の限界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第2回  情報の表現と計算量       2進数、O記法、P と NP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第3回  論理回路からプロセッサへ  ゲート、加算器、ノイマン型、ムーアの法則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第4回  プログラムが動くまで      機械語、高級言語、処理系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第5回  記憶階層と並列性         キャッシュ、仮想記憶、パイプライン、GPU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第6回  ストレージ               HDD、SSD、RAID、分散ストレージ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第7回  OSとプロセス             システムコール、スケジューリング、排他制御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第8回  入出力・仮想化・クラウド  割り込み、DMA、コンテナ、責任共有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第9回  ネットワークの基礎       パケット交換、階層モデル、Ethernet、IP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第10回 インターネットとWeb      TCP、DNS、HTTP、TLS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第11回 データベース             正規化、SQL、ACID、CAP、ベクトル検索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第12回 情報セキュリティ         暗号、証明書、認証と認可、耐量子、ゼロトラスト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第13回 機械学習からエージェントへ 深層学習、トランスフォーマ、LLM、エージェント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毎回書いてきたポートフォリオを、ここで見返してほしい。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2026-09-22T01:38:07Z</dcterms:created>
  <dcterms:modified xsi:type="dcterms:W3CDTF">2026-09-22T01:38:07Z</dcterms:modified>
</cp:coreProperties>
</file>